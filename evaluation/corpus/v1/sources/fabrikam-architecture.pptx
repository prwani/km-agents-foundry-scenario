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3"/>
                </a:solidFill>
                <a:latin typeface="Arial"/>
              </a:rPr>
              <a:t>Fabrikam knowledge modernization - reference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057400"/>
            <a:ext cx="2331720" cy="2057400"/>
          </a:xfrm>
          <a:prstGeom prst="roundRect">
            <a:avLst/>
          </a:prstGeom>
          <a:solidFill>
            <a:srgbClr val="185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KM portal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rial"/>
              </a:rPr>
              <a:t>Authenticated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2057400"/>
            <a:ext cx="2331720" cy="2057400"/>
          </a:xfrm>
          <a:prstGeom prst="roundRect">
            <a:avLst/>
          </a:prstGeom>
          <a:solidFill>
            <a:srgbClr val="008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Foundry agents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rial"/>
              </a:rPr>
              <a:t>Plan, generate, validate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2057400"/>
            <a:ext cx="2331720" cy="2057400"/>
          </a:xfrm>
          <a:prstGeom prst="roundRect">
            <a:avLst/>
          </a:prstGeom>
          <a:solidFill>
            <a:srgbClr val="185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Work IQ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rial"/>
              </a:rPr>
              <a:t>Grounded user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9720" y="2057400"/>
            <a:ext cx="2331720" cy="2057400"/>
          </a:xfrm>
          <a:prstGeom prst="roundRect">
            <a:avLst/>
          </a:prstGeom>
          <a:solidFill>
            <a:srgbClr val="008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Microsoft Graph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rial"/>
              </a:rPr>
              <a:t>Delegated file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74420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0B1F33"/>
                </a:solidFill>
                <a:latin typeface="Arial"/>
              </a:rPr>
              <a:t>Evidence constraint: reference architecture only; outcome claims require corroborating source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573"/>
                </a:solidFill>
              </a:rPr>
              <a:t>Prepared by Contoso Limited for Fabrikam | Synthetic evaluation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