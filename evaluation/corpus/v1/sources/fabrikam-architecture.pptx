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B1F33"/>
                </a:solidFill>
                <a:latin typeface="Arial"/>
              </a:rPr>
              <a:t>Fabrikam knowledge modernization - reference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057400"/>
            <a:ext cx="2331720" cy="2057400"/>
          </a:xfrm>
          <a:prstGeom prst="roundRect">
            <a:avLst/>
          </a:prstGeom>
          <a:solidFill>
            <a:srgbClr val="185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FFFFFF"/>
                </a:solidFill>
                <a:latin typeface="Arial"/>
              </a:rPr>
              <a:t>KM portal</a:t>
            </a:r>
          </a:p>
          <a:p>
            <a:pPr>
              <a:spcBef>
                <a:spcPts val="1000"/>
              </a:spcBef>
            </a:pPr>
            <a:r>
              <a:rPr sz="1200">
                <a:solidFill>
                  <a:srgbClr val="FFFFFF"/>
                </a:solidFill>
                <a:latin typeface="Arial"/>
              </a:rPr>
              <a:t>Authenticated request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20440" y="2057400"/>
            <a:ext cx="2331720" cy="2057400"/>
          </a:xfrm>
          <a:prstGeom prst="roundRect">
            <a:avLst/>
          </a:prstGeom>
          <a:solidFill>
            <a:srgbClr val="008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FFFFFF"/>
                </a:solidFill>
                <a:latin typeface="Arial"/>
              </a:rPr>
              <a:t>Foundry agents</a:t>
            </a:r>
          </a:p>
          <a:p>
            <a:pPr>
              <a:spcBef>
                <a:spcPts val="1000"/>
              </a:spcBef>
            </a:pPr>
            <a:r>
              <a:rPr sz="1200">
                <a:solidFill>
                  <a:srgbClr val="FFFFFF"/>
                </a:solidFill>
                <a:latin typeface="Arial"/>
              </a:rPr>
              <a:t>Plan, generate, validate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55080" y="2057400"/>
            <a:ext cx="2331720" cy="2057400"/>
          </a:xfrm>
          <a:prstGeom prst="roundRect">
            <a:avLst/>
          </a:prstGeom>
          <a:solidFill>
            <a:srgbClr val="185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FFFFFF"/>
                </a:solidFill>
                <a:latin typeface="Arial"/>
              </a:rPr>
              <a:t>Direct upload</a:t>
            </a:r>
          </a:p>
          <a:p>
            <a:pPr>
              <a:spcBef>
                <a:spcPts val="1000"/>
              </a:spcBef>
            </a:pPr>
            <a:r>
              <a:rPr sz="1200">
                <a:solidFill>
                  <a:srgbClr val="FFFFFF"/>
                </a:solidFill>
                <a:latin typeface="Arial"/>
              </a:rPr>
              <a:t>Validated evidence transfer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89720" y="2057400"/>
            <a:ext cx="2331720" cy="2057400"/>
          </a:xfrm>
          <a:prstGeom prst="roundRect">
            <a:avLst/>
          </a:prstGeom>
          <a:solidFill>
            <a:srgbClr val="008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FFFFFF"/>
                </a:solidFill>
                <a:latin typeface="Arial"/>
              </a:rPr>
              <a:t>Foundry OBO</a:t>
            </a:r>
          </a:p>
          <a:p>
            <a:pPr>
              <a:spcBef>
                <a:spcPts val="1000"/>
              </a:spcBef>
            </a:pPr>
            <a:r>
              <a:rPr sz="1200">
                <a:solidFill>
                  <a:srgbClr val="FFFFFF"/>
                </a:solidFill>
                <a:latin typeface="Arial"/>
              </a:rPr>
              <a:t>User-authorized orchestration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4709160"/>
            <a:ext cx="10744200" cy="777240"/>
          </a:xfrm>
          <a:prstGeom prst="roundRect">
            <a:avLst/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0B1F33"/>
                </a:solidFill>
                <a:latin typeface="Arial"/>
              </a:rPr>
              <a:t>Evidence constraint: reference architecture only; outcome claims require corroborating source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98932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573"/>
                </a:solidFill>
              </a:rPr>
              <a:t>Prepared by Contoso Limited for Fabrikam | Synthetic evaluation evidence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